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5" r:id="rId2"/>
    <p:sldId id="266" r:id="rId3"/>
    <p:sldId id="257" r:id="rId4"/>
    <p:sldId id="258" r:id="rId5"/>
    <p:sldId id="263" r:id="rId6"/>
    <p:sldId id="264" r:id="rId7"/>
    <p:sldId id="262" r:id="rId8"/>
    <p:sldId id="259" r:id="rId9"/>
    <p:sldId id="267" r:id="rId10"/>
    <p:sldId id="268" r:id="rId11"/>
    <p:sldId id="269" r:id="rId12"/>
  </p:sldIdLst>
  <p:sldSz cx="6858000" cy="9144000" type="letter"/>
  <p:notesSz cx="6858000" cy="9144000"/>
  <p:defaultTextStyle>
    <a:defPPr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4896" y="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EA55A6-F74A-2348-8510-FBCEA1321D8F}" type="datetimeFigureOut">
              <a:rPr lang="es-ES" smtClean="0"/>
              <a:t>13/06/2025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Haga clic para modificar el estilo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89E035-AFDC-514C-AB56-E3CB6FA26D9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64854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en-US"/>
              <a:t>Clic para editar título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40C07-8B84-4A42-99DB-F036AFDDBEC5}" type="datetimeFigureOut">
              <a:rPr lang="es-ES" smtClean="0"/>
              <a:t>13/06/2025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218E7-A8C7-384F-84F8-219D6E27D2C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2946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Haga clic para modificar el estilo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40C07-8B84-4A42-99DB-F036AFDDBEC5}" type="datetimeFigureOut">
              <a:rPr lang="es-ES" smtClean="0"/>
              <a:t>13/06/2025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218E7-A8C7-384F-84F8-219D6E27D2C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30971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40C07-8B84-4A42-99DB-F036AFDDBEC5}" type="datetimeFigureOut">
              <a:rPr lang="es-ES" smtClean="0"/>
              <a:t>13/06/2025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218E7-A8C7-384F-84F8-219D6E27D2C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17567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Haga clic para modificar el estilo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Haga clic para modificar el estilo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40C07-8B84-4A42-99DB-F036AFDDBEC5}" type="datetimeFigureOut">
              <a:rPr lang="es-ES" smtClean="0"/>
              <a:t>13/06/2025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218E7-A8C7-384F-84F8-219D6E27D2C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66039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Haga clic para modificar el estilo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Haga clic para modificar el estilo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40C07-8B84-4A42-99DB-F036AFDDBEC5}" type="datetimeFigureOut">
              <a:rPr lang="es-ES" smtClean="0"/>
              <a:t>13/06/2025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218E7-A8C7-384F-84F8-219D6E27D2C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85140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 para editar título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40C07-8B84-4A42-99DB-F036AFDDBEC5}" type="datetimeFigureOut">
              <a:rPr lang="es-ES" smtClean="0"/>
              <a:t>13/06/2025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218E7-A8C7-384F-84F8-219D6E27D2C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05768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40C07-8B84-4A42-99DB-F036AFDDBEC5}" type="datetimeFigureOut">
              <a:rPr lang="es-ES" smtClean="0"/>
              <a:t>13/06/2025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218E7-A8C7-384F-84F8-219D6E27D2C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58680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Haga clic para modificar el estilo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40C07-8B84-4A42-99DB-F036AFDDBEC5}" type="datetimeFigureOut">
              <a:rPr lang="es-ES" smtClean="0"/>
              <a:t>13/06/2025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218E7-A8C7-384F-84F8-219D6E27D2C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0257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40C07-8B84-4A42-99DB-F036AFDDBEC5}" type="datetimeFigureOut">
              <a:rPr lang="es-ES" smtClean="0"/>
              <a:t>13/06/2025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218E7-A8C7-384F-84F8-219D6E27D2C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01316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Haga clic para modificar el estilo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40C07-8B84-4A42-99DB-F036AFDDBEC5}" type="datetimeFigureOut">
              <a:rPr lang="es-ES" smtClean="0"/>
              <a:t>13/06/2025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218E7-A8C7-384F-84F8-219D6E27D2C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279770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en-US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en-US"/>
              <a:t>Haga clic para modificar el estilo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40C07-8B84-4A42-99DB-F036AFDDBEC5}" type="datetimeFigureOut">
              <a:rPr lang="es-ES" smtClean="0"/>
              <a:t>13/06/2025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218E7-A8C7-384F-84F8-219D6E27D2C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25094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Haga clic para modificar el estilo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740C07-8B84-4A42-99DB-F036AFDDBEC5}" type="datetimeFigureOut">
              <a:rPr lang="es-ES" smtClean="0"/>
              <a:t>13/06/2025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8218E7-A8C7-384F-84F8-219D6E27D2C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1251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20180808193154764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255" y="0"/>
            <a:ext cx="5978769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483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20180808193108629.pdf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90"/>
          <a:stretch/>
        </p:blipFill>
        <p:spPr>
          <a:xfrm>
            <a:off x="111420" y="0"/>
            <a:ext cx="6733196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919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scan.pdf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6" r="2397"/>
          <a:stretch/>
        </p:blipFill>
        <p:spPr>
          <a:xfrm>
            <a:off x="245842" y="266305"/>
            <a:ext cx="6412409" cy="8665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420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scan.pdf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5" r="5447"/>
          <a:stretch/>
        </p:blipFill>
        <p:spPr>
          <a:xfrm>
            <a:off x="327792" y="268942"/>
            <a:ext cx="6248514" cy="8642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87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scan.pdf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5" r="2696"/>
          <a:stretch/>
        </p:blipFill>
        <p:spPr>
          <a:xfrm>
            <a:off x="308306" y="268942"/>
            <a:ext cx="6250388" cy="8642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179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scan.pdf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5" t="3030" b="-405"/>
          <a:stretch/>
        </p:blipFill>
        <p:spPr>
          <a:xfrm rot="5400000">
            <a:off x="1084001" y="1530095"/>
            <a:ext cx="4782273" cy="6250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458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scan.pdf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4" r="2913" b="2625"/>
          <a:stretch/>
        </p:blipFill>
        <p:spPr>
          <a:xfrm rot="5400000">
            <a:off x="1411489" y="-476370"/>
            <a:ext cx="4189769" cy="5646576"/>
          </a:xfrm>
          <a:prstGeom prst="rect">
            <a:avLst/>
          </a:prstGeom>
        </p:spPr>
      </p:pic>
      <p:pic>
        <p:nvPicPr>
          <p:cNvPr id="4" name="Imagen 3" descr="scan.pd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4" r="2913" b="2625"/>
          <a:stretch/>
        </p:blipFill>
        <p:spPr>
          <a:xfrm rot="5400000">
            <a:off x="1328202" y="3997206"/>
            <a:ext cx="4189768" cy="564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1394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scan.pdf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5" r="5447"/>
          <a:stretch/>
        </p:blipFill>
        <p:spPr>
          <a:xfrm rot="5400000">
            <a:off x="1311498" y="-659113"/>
            <a:ext cx="4259463" cy="5891074"/>
          </a:xfrm>
          <a:prstGeom prst="rect">
            <a:avLst/>
          </a:prstGeom>
        </p:spPr>
      </p:pic>
      <p:pic>
        <p:nvPicPr>
          <p:cNvPr id="4" name="Imagen 3" descr="scan.pd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89" r="2996"/>
          <a:stretch/>
        </p:blipFill>
        <p:spPr>
          <a:xfrm rot="5400000">
            <a:off x="1280529" y="3851211"/>
            <a:ext cx="4279766" cy="5891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3125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CERTIFICACION A JESSICA x citu 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8941"/>
            <a:ext cx="6858000" cy="8875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1115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Certificado Obycon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727353" y="1347877"/>
            <a:ext cx="8557834" cy="6612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1683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80AB5376-E5B5-7F00-AF19-6B2E4E684A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8" y="139573"/>
            <a:ext cx="6666683" cy="8980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0836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1082</TotalTime>
  <Words>0</Words>
  <Application>Microsoft Office PowerPoint</Application>
  <PresentationFormat>Carta (216 x 279 mm)</PresentationFormat>
  <Paragraphs>0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Arial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Jeca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Jessica Viviana</dc:creator>
  <cp:lastModifiedBy>Luis Fernando Sanmiguel Ahumada</cp:lastModifiedBy>
  <cp:revision>32</cp:revision>
  <dcterms:created xsi:type="dcterms:W3CDTF">2016-11-22T16:11:41Z</dcterms:created>
  <dcterms:modified xsi:type="dcterms:W3CDTF">2025-06-13T20:13:14Z</dcterms:modified>
</cp:coreProperties>
</file>